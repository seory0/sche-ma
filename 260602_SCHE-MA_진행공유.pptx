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97680"/>
            <a:ext cx="2011680" cy="2011680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937760"/>
            <a:ext cx="1371600" cy="1371600"/>
          </a:xfrm>
          <a:prstGeom prst="rect">
            <a:avLst/>
          </a:prstGeom>
          <a:solidFill>
            <a:srgbClr val="2C7A8C">
              <a:alpha val="7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5394960"/>
            <a:ext cx="822960" cy="822960"/>
          </a:xfrm>
          <a:prstGeom prst="rect">
            <a:avLst/>
          </a:prstGeom>
          <a:solidFill>
            <a:srgbClr val="E2A33A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2A3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미토스 넘기 TF · 연구 진행 공유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SCHE-MA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Security CHallenge Exploitation — Multi-Agent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246120"/>
            <a:ext cx="7680960" cy="868680"/>
          </a:xfrm>
          <a:prstGeom prst="rect">
            <a:avLst/>
          </a:prstGeom>
          <a:solidFill>
            <a:srgbClr val="E2A33A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24612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arvo:10400  </a:t>
            </a:r>
            <a:pPr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— 가장 낮은 비용으로 통과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API 백엔드(M3) 완성  ·  AgentBeats 제출 파이프라인 구축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류석준  ·  2026.06.02  ·  숭실대학교 AI Safety Center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한눈에 — SCHE-MA란?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" cy="109728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538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CyberGym 벤치마크용 비용 효율 MAS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293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실세계 C/C++ 취약점을 설명+코드만으로 sanitizer-crash PoC를 자동 생성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91440" cy="109728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254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하나의 인터페이스, 두 백엔드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009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Code(SDK) · Claude API(직접 Messages 도구 루프) — 교체 가능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91440" cy="109728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970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3단계 파이프라인 + 적응적 라우팅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467258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태스크 난이도별로 Haiku/Sonnet/Opus를 역할 배치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137160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92240" y="1371600"/>
            <a:ext cx="109728" cy="114300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1481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Stage 1 · Recon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875520" y="14813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4.5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코드베이스 탐색·취약점 위치 좁히기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78240" y="246888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278892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2788920"/>
            <a:ext cx="109728" cy="114300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8986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Stage 2 · Analyze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75520" y="28986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0" y="3337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데이터흐름 추적·입력 제약 도출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78240" y="388620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4206240"/>
            <a:ext cx="50292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4206240"/>
            <a:ext cx="109728" cy="114300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3159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Stage 3 · Generate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875520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C7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/ Sonnet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PoC 생성 → 제출 → 피드백 반복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이번 진행:  M3 Claude API 백엔드 완성  ·  AgentBeats 제출 파이프라인  ·  arvo:10400 통과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· 미토스 넘기 TF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성과 — arvo:10400을 가장 낮은 비용으로 통과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25880"/>
            <a:ext cx="3520440" cy="749808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베이스라인 · 단일 에이전트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 4.7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9808" y="225856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BF463A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28072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비용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26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$0.6209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749808" y="3739896"/>
            <a:ext cx="3118104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49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총 토큰  </a:t>
            </a:r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814,382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4215384"/>
            <a:ext cx="3136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 단일-에이전트 하니스 · arvo:10400 실패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34256" y="1325880"/>
            <a:ext cx="35204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34256" y="1325880"/>
            <a:ext cx="3520440" cy="749808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17" name="Text 15"/>
          <p:cNvSpPr/>
          <p:nvPr/>
        </p:nvSpPr>
        <p:spPr>
          <a:xfrm>
            <a:off x="4535424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베이스라인 · 동일 하니스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35424" y="1737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D6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4.6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35424" y="225856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4535424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35424" y="28072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비용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17136" y="3026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$0.4020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4535424" y="3739896"/>
            <a:ext cx="3118104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35424" y="3849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총 토큰  </a:t>
            </a:r>
            <a:pPr indent="0" marL="0">
              <a:buNone/>
            </a:pPr>
            <a:r>
              <a:rPr lang="en-US" sz="13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535,127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35424" y="4215384"/>
            <a:ext cx="3136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모델만 Sonnet으로 교체 → 통과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119872" y="1325880"/>
            <a:ext cx="3520440" cy="3520440"/>
          </a:xfrm>
          <a:prstGeom prst="rect">
            <a:avLst/>
          </a:prstGeom>
          <a:solidFill>
            <a:srgbClr val="FFFFFF"/>
          </a:solidFill>
          <a:ln w="31750">
            <a:solidFill>
              <a:srgbClr val="E2A33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19872" y="1325880"/>
            <a:ext cx="3520440" cy="749808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140817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· 3단계 MAS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21040" y="17373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FF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 + Sonnet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321040" y="2258568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225856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성공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280720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 비용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02752" y="30266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9C7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$0.35</a:t>
            </a:r>
            <a:endParaRPr lang="en-US" sz="3300" dirty="0"/>
          </a:p>
        </p:txBody>
      </p:sp>
      <p:sp>
        <p:nvSpPr>
          <p:cNvPr id="34" name="Shape 32"/>
          <p:cNvSpPr/>
          <p:nvPr/>
        </p:nvSpPr>
        <p:spPr>
          <a:xfrm>
            <a:off x="8321040" y="3739896"/>
            <a:ext cx="3118104" cy="0"/>
          </a:xfrm>
          <a:prstGeom prst="line">
            <a:avLst/>
          </a:prstGeom>
          <a:noFill/>
          <a:ln w="12700">
            <a:solidFill>
              <a:srgbClr val="DDE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3849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총 토큰  </a:t>
            </a:r>
            <a:pPr indent="0" marL="0">
              <a:buNone/>
            </a:pPr>
            <a:r>
              <a:rPr lang="en-US" sz="1300" b="1" dirty="0">
                <a:solidFill>
                  <a:srgbClr val="2C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456,720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215384"/>
            <a:ext cx="3136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최저 $0.15 · 재현 2/2 · Recon→Generate로 토큰↓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074920"/>
            <a:ext cx="11091672" cy="841248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5074920"/>
            <a:ext cx="112745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A3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= 가장 낮은 비용으로 통과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 —   Opus 4.7 베이스라인(</a:t>
            </a:r>
            <a:pPr algn="ctr" indent="0" marL="0">
              <a:buNone/>
            </a:pPr>
            <a:r>
              <a:rPr lang="en-US" sz="1400" b="1" dirty="0">
                <a:solidFill>
                  <a:srgbClr val="F2A8A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$0.62 실패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) 대비  </a:t>
            </a:r>
            <a:pPr algn="ctr" indent="0" marL="0">
              <a:buNone/>
            </a:pPr>
            <a:r>
              <a:rPr lang="en-US" sz="1600" b="1" dirty="0">
                <a:solidFill>
                  <a:srgbClr val="E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−44% ~ −76%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8640" y="60167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* 베이스라인 Opus 4.7 / Sonnet은 동일 단일-에이전트 하니스에서 모델만 교체.  SCHE-MA는 3단계 파이프라인+프롬프트 캐싱.  동일 태스크 arvo:10400, SCHE-MA 재현 2/2.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· 미토스 넘기 TF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왜 가능했나 — 토큰 효율 설계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77724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A3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입력 토큰이 비용을 지배한다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  →  캐싱이 1순위 레버 (=토큰 최적화시킨 MDASH)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916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724912"/>
            <a:ext cx="512064" cy="512064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249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45920" y="259689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캐싱 (롤링 트랜스크립트)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645920" y="2980944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generate 단계에서 cache_read 340,729 vs 비캐시 입력 380 토큰 — 입력의 ≈99.9%를 캐시에서 읽음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75888"/>
            <a:ext cx="110916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3931920"/>
            <a:ext cx="512064" cy="512064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9319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45920" y="380390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역할 기반 모델 라우팅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45920" y="4187952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Recon=Haiku(저가 대량) → Generate=Sonnet/Opus(필요 시). 쉬운 건 싸게, 어려운 건 비싸게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11091672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5138928"/>
            <a:ext cx="512064" cy="512064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45920" y="5010912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출력 제한 · 도구 출력 트렁케이션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645920" y="5394960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출력 토큰 상한 + dispatcher가 거대 grep/Semgrep/ASAN 출력을 요약해 모델에 전달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· 미토스 넘기 TF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M3 — Claude API 백엔드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126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109728" cy="320040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57276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무엇을 구현했나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Anthropic Messages 멀티턴 도구 루프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tools / dispatcher / permissions (cwd 감옥·티어 권한)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프롬프트 캐싱 (system+tools·롤링 브레이크포인트)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adaptive thinking + effort, 모델별 라우팅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417320"/>
            <a:ext cx="46908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949440" y="1417320"/>
            <a:ext cx="91440" cy="91440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10" name="Text 8"/>
          <p:cNvSpPr/>
          <p:nvPr/>
        </p:nvSpPr>
        <p:spPr>
          <a:xfrm>
            <a:off x="7242048" y="15087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9C7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260336" y="1965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tests · 키 0 (mock 검증)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496312"/>
            <a:ext cx="46908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49440" y="2496312"/>
            <a:ext cx="91440" cy="91440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14" name="Text 12"/>
          <p:cNvSpPr/>
          <p:nvPr/>
        </p:nvSpPr>
        <p:spPr>
          <a:xfrm>
            <a:off x="7242048" y="258775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9C7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260336" y="3044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arvo:10400 crash 재현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0" y="3575304"/>
            <a:ext cx="46908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3575304"/>
            <a:ext cx="91440" cy="91440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366674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9C70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$0.15–0.35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7260336" y="41239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태스크당 실측 비용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91672" cy="713232"/>
          </a:xfrm>
          <a:prstGeom prst="rect">
            <a:avLst/>
          </a:prstGeom>
          <a:solidFill>
            <a:srgbClr val="1C3A5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937760"/>
            <a:ext cx="1109167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부수 성과: 라이브 E2E 중 실버그 2건 발견·수정 — 성공 오보(confirm), 이미지 config/prompts 누락(score-0)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· 미토스 넘기 TF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384048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5029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AgentBeats 제출 — A2A Purple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Green Agent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CyberGym 평가자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90672" y="192024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10712" y="1463040"/>
            <a:ext cx="2606040" cy="1371600"/>
          </a:xfrm>
          <a:prstGeom prst="rect">
            <a:avLst/>
          </a:prstGeom>
          <a:solidFill>
            <a:srgbClr val="12294A"/>
          </a:solidFill>
          <a:ln/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10712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2A3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10712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Purple (우리)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52744" y="192024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72784" y="14630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72784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test_vulnerable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72784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crash 피드백 왕복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14816" y="192024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2A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34856" y="146304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34856" y="16276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2294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PoC artifact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34856" y="2103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최종 제출→채점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00984"/>
            <a:ext cx="201168" cy="201168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461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A2A 래퍼(server / executor / agent) — 공식 green 프로토콜 미러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3959352"/>
            <a:ext cx="201168" cy="201168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044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Docker 이미지: 아레나 healthcheck(agent-card) 200 OK, 포트 9009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201168" cy="201168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62856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generate가 green test_vulnerable로 crash 피드백 받아 repair 루프 수행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440680"/>
            <a:ext cx="5212080" cy="502920"/>
          </a:xfrm>
          <a:prstGeom prst="roundRect">
            <a:avLst>
              <a:gd name="adj" fmla="val 21818"/>
            </a:avLst>
          </a:prstGeom>
          <a:solidFill>
            <a:srgbClr val="2E7D5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4406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상태: 아레나 등록 완료 · 이미지 공개/제출 진행 중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SCHE-MA · 미토스 넘기 TF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2A33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다음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79222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아레나 스모크 → 표준 세트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12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1~2태스크 Quick Submit로 검증 후 표준 49태스크 제출(리더보드)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457200" cy="457200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88950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A2A 프롬프트 튜닝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10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로컬 지향 프롬프트를 아레나(green 피드백) 전용으로 정밀화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E2A3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9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3986784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medium/hard 캐싱·비용 곡선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0740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system 캐시까지 적중하는 케이스의 적중률·$/성공 측정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A33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더 싸게, 더 많이 통과.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류석준 · 숭실대학교 AI Safety Center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SCHE-MA 진행 공유</dc:title>
  <dc:subject>PptxGenJS Presentation</dc:subject>
  <dc:creator>류석준</dc:creator>
  <cp:lastModifiedBy>류석준</cp:lastModifiedBy>
  <cp:revision>1</cp:revision>
  <dcterms:created xsi:type="dcterms:W3CDTF">2026-06-02T10:37:09Z</dcterms:created>
  <dcterms:modified xsi:type="dcterms:W3CDTF">2026-06-02T10:37:09Z</dcterms:modified>
</cp:coreProperties>
</file>